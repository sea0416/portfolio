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6EEEAAE-8A2F-4D65-9E3A-3E8EC15EC492}" type="datetimeFigureOut">
              <a:rPr lang="ko-KR" altLang="en-US" smtClean="0"/>
              <a:t>2019-05-01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11A9161-859D-4A59-9089-0DE5F3281BAD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2633102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EAAE-8A2F-4D65-9E3A-3E8EC15EC492}" type="datetimeFigureOut">
              <a:rPr lang="ko-KR" altLang="en-US" smtClean="0"/>
              <a:t>2019-05-01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A9161-859D-4A59-9089-0DE5F3281B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22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EEEAAE-8A2F-4D65-9E3A-3E8EC15EC492}" type="datetimeFigureOut">
              <a:rPr lang="ko-KR" altLang="en-US" smtClean="0"/>
              <a:t>2019-05-01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1A9161-859D-4A59-9089-0DE5F3281BA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5244346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EAAE-8A2F-4D65-9E3A-3E8EC15EC492}" type="datetimeFigureOut">
              <a:rPr lang="ko-KR" altLang="en-US" smtClean="0"/>
              <a:t>2019-05-01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A9161-859D-4A59-9089-0DE5F3281B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895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EAAE-8A2F-4D65-9E3A-3E8EC15EC492}" type="datetimeFigureOut">
              <a:rPr lang="ko-KR" altLang="en-US" smtClean="0"/>
              <a:t>2019-05-01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A9161-859D-4A59-9089-0DE5F3281B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9529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EAAE-8A2F-4D65-9E3A-3E8EC15EC492}" type="datetimeFigureOut">
              <a:rPr lang="ko-KR" altLang="en-US" smtClean="0"/>
              <a:t>2019-05-01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A9161-859D-4A59-9089-0DE5F3281B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807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EAAE-8A2F-4D65-9E3A-3E8EC15EC492}" type="datetimeFigureOut">
              <a:rPr lang="ko-KR" altLang="en-US" smtClean="0"/>
              <a:t>2019-05-01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A9161-859D-4A59-9089-0DE5F3281B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7404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EEEAAE-8A2F-4D65-9E3A-3E8EC15EC492}" type="datetimeFigureOut">
              <a:rPr lang="ko-KR" altLang="en-US" smtClean="0"/>
              <a:t>2019-05-01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1A9161-859D-4A59-9089-0DE5F3281BA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96995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EEEAAE-8A2F-4D65-9E3A-3E8EC15EC492}" type="datetimeFigureOut">
              <a:rPr lang="ko-KR" altLang="en-US" smtClean="0"/>
              <a:t>2019-05-01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1A9161-859D-4A59-9089-0DE5F3281BA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30968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EAAE-8A2F-4D65-9E3A-3E8EC15EC492}" type="datetimeFigureOut">
              <a:rPr lang="ko-KR" altLang="en-US" smtClean="0"/>
              <a:t>2019-05-01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A9161-859D-4A59-9089-0DE5F3281B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524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EAAE-8A2F-4D65-9E3A-3E8EC15EC492}" type="datetimeFigureOut">
              <a:rPr lang="ko-KR" altLang="en-US" smtClean="0"/>
              <a:t>2019-05-01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A9161-859D-4A59-9089-0DE5F3281B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7458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66EEEAAE-8A2F-4D65-9E3A-3E8EC15EC492}" type="datetimeFigureOut">
              <a:rPr lang="ko-KR" altLang="en-US" smtClean="0"/>
              <a:t>2019-05-01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C11A9161-859D-4A59-9089-0DE5F3281BA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83895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10E363B-00BD-46F2-8AC6-95ACACFF45D3}"/>
              </a:ext>
            </a:extLst>
          </p:cNvPr>
          <p:cNvSpPr/>
          <p:nvPr/>
        </p:nvSpPr>
        <p:spPr>
          <a:xfrm>
            <a:off x="1180234" y="1635892"/>
            <a:ext cx="9540147" cy="25545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80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Who is the Monster?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8D9BF7A-E3D3-4479-9534-DC3F937806B2}"/>
              </a:ext>
            </a:extLst>
          </p:cNvPr>
          <p:cNvSpPr/>
          <p:nvPr/>
        </p:nvSpPr>
        <p:spPr>
          <a:xfrm>
            <a:off x="8298425" y="6136077"/>
            <a:ext cx="303858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24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Haegang</a:t>
            </a:r>
            <a:r>
              <a:rPr lang="en-US" altLang="ko-KR" sz="2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Yang</a:t>
            </a:r>
            <a:endParaRPr lang="en-US" altLang="ko-KR" sz="2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DF01542-2706-4ED7-A1FD-C734C39992C2}"/>
              </a:ext>
            </a:extLst>
          </p:cNvPr>
          <p:cNvSpPr/>
          <p:nvPr/>
        </p:nvSpPr>
        <p:spPr>
          <a:xfrm>
            <a:off x="2283277" y="4286094"/>
            <a:ext cx="733405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32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The </a:t>
            </a:r>
            <a:r>
              <a:rPr lang="en-US" altLang="ko-KR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subjectivity of good and evil</a:t>
            </a:r>
            <a:endParaRPr lang="en-US" altLang="ko-KR" sz="32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0835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459972C-74AD-45C3-AB6A-7D2196D55CAC}"/>
              </a:ext>
            </a:extLst>
          </p:cNvPr>
          <p:cNvSpPr/>
          <p:nvPr/>
        </p:nvSpPr>
        <p:spPr>
          <a:xfrm>
            <a:off x="0" y="-109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1026" name="Picture 2" descr="virginia tech massacreì ëí ì´ë¯¸ì§ ê²ìê²°ê³¼">
            <a:extLst>
              <a:ext uri="{FF2B5EF4-FFF2-40B4-BE49-F238E27FC236}">
                <a16:creationId xmlns:a16="http://schemas.microsoft.com/office/drawing/2014/main" id="{73A107E0-2459-4BD3-B9F9-5D76428CB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6776" y="1276184"/>
            <a:ext cx="6458448" cy="4305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480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89BCD2A-9E43-4406-A76F-4EF4DFBB4D73}"/>
              </a:ext>
            </a:extLst>
          </p:cNvPr>
          <p:cNvSpPr/>
          <p:nvPr/>
        </p:nvSpPr>
        <p:spPr>
          <a:xfrm>
            <a:off x="1168589" y="2633380"/>
            <a:ext cx="10761279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8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1. Cho</a:t>
            </a:r>
            <a:r>
              <a:rPr lang="en-US" altLang="ko-KR" sz="8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 is a monster</a:t>
            </a:r>
            <a:endParaRPr lang="en-US" altLang="ko-KR" sz="8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6721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murderì ëí ì´ë¯¸ì§ ê²ìê²°ê³¼">
            <a:extLst>
              <a:ext uri="{FF2B5EF4-FFF2-40B4-BE49-F238E27FC236}">
                <a16:creationId xmlns:a16="http://schemas.microsoft.com/office/drawing/2014/main" id="{7D6F31A2-D280-466F-B6AC-684BC8F9B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3444" y="941832"/>
            <a:ext cx="7230386" cy="433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943D3C6-853F-4375-B4DF-348E6017DBCC}"/>
              </a:ext>
            </a:extLst>
          </p:cNvPr>
          <p:cNvSpPr/>
          <p:nvPr/>
        </p:nvSpPr>
        <p:spPr>
          <a:xfrm>
            <a:off x="2258170" y="5454503"/>
            <a:ext cx="82321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Murder cannot be accepted</a:t>
            </a:r>
          </a:p>
        </p:txBody>
      </p:sp>
    </p:spTree>
    <p:extLst>
      <p:ext uri="{BB962C8B-B14F-4D97-AF65-F5344CB8AC3E}">
        <p14:creationId xmlns:p14="http://schemas.microsoft.com/office/powerpoint/2010/main" val="2095189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mental problemì ëí ì´ë¯¸ì§ ê²ìê²°ê³¼">
            <a:extLst>
              <a:ext uri="{FF2B5EF4-FFF2-40B4-BE49-F238E27FC236}">
                <a16:creationId xmlns:a16="http://schemas.microsoft.com/office/drawing/2014/main" id="{30B862DE-F18F-4FAC-A6DB-E266899DB3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3996" y="520812"/>
            <a:ext cx="4444008" cy="4941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AD0B1DE-F211-4AA9-954F-0C81BA90C2ED}"/>
              </a:ext>
            </a:extLst>
          </p:cNvPr>
          <p:cNvSpPr/>
          <p:nvPr/>
        </p:nvSpPr>
        <p:spPr>
          <a:xfrm>
            <a:off x="1203030" y="5454503"/>
            <a:ext cx="1034251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Bullied people also have problems</a:t>
            </a:r>
          </a:p>
        </p:txBody>
      </p:sp>
    </p:spTree>
    <p:extLst>
      <p:ext uri="{BB962C8B-B14F-4D97-AF65-F5344CB8AC3E}">
        <p14:creationId xmlns:p14="http://schemas.microsoft.com/office/powerpoint/2010/main" val="2582870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D4CBC97-3C86-44FC-8485-9D4216039641}"/>
              </a:ext>
            </a:extLst>
          </p:cNvPr>
          <p:cNvSpPr/>
          <p:nvPr/>
        </p:nvSpPr>
        <p:spPr>
          <a:xfrm>
            <a:off x="811120" y="2633380"/>
            <a:ext cx="11476220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8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2</a:t>
            </a:r>
            <a:r>
              <a:rPr lang="en-US" altLang="ko-KR" sz="8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. Bully</a:t>
            </a:r>
            <a:r>
              <a:rPr lang="en-US" altLang="ko-KR" sz="8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 is a monster</a:t>
            </a:r>
            <a:endParaRPr lang="en-US" altLang="ko-KR" sz="8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2789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mental problemì ëí ì´ë¯¸ì§ ê²ìê²°ê³¼">
            <a:extLst>
              <a:ext uri="{FF2B5EF4-FFF2-40B4-BE49-F238E27FC236}">
                <a16:creationId xmlns:a16="http://schemas.microsoft.com/office/drawing/2014/main" id="{641A5FC1-D1EC-4D12-A538-CA6104172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97" y="1323892"/>
            <a:ext cx="8786536" cy="4210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F12E28CF-204C-46D9-B20F-43542D6C01D5}"/>
              </a:ext>
            </a:extLst>
          </p:cNvPr>
          <p:cNvSpPr/>
          <p:nvPr/>
        </p:nvSpPr>
        <p:spPr>
          <a:xfrm>
            <a:off x="2441643" y="5454503"/>
            <a:ext cx="78652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Affect of bully in childhood</a:t>
            </a:r>
          </a:p>
        </p:txBody>
      </p:sp>
    </p:spTree>
    <p:extLst>
      <p:ext uri="{BB962C8B-B14F-4D97-AF65-F5344CB8AC3E}">
        <p14:creationId xmlns:p14="http://schemas.microsoft.com/office/powerpoint/2010/main" val="1340771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racismì ëí ì´ë¯¸ì§ ê²ìê²°ê³¼">
            <a:extLst>
              <a:ext uri="{FF2B5EF4-FFF2-40B4-BE49-F238E27FC236}">
                <a16:creationId xmlns:a16="http://schemas.microsoft.com/office/drawing/2014/main" id="{346300F6-7CF4-435C-8551-3979DB70C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581" y="958132"/>
            <a:ext cx="7098118" cy="4735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5DB4705-E538-4B4E-95D2-D8299048A018}"/>
              </a:ext>
            </a:extLst>
          </p:cNvPr>
          <p:cNvSpPr/>
          <p:nvPr/>
        </p:nvSpPr>
        <p:spPr>
          <a:xfrm>
            <a:off x="1159404" y="5605574"/>
            <a:ext cx="1042977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Racism and mental health problem</a:t>
            </a:r>
          </a:p>
        </p:txBody>
      </p:sp>
    </p:spTree>
    <p:extLst>
      <p:ext uri="{BB962C8B-B14F-4D97-AF65-F5344CB8AC3E}">
        <p14:creationId xmlns:p14="http://schemas.microsoft.com/office/powerpoint/2010/main" val="1374468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6F3C77F-0717-4B16-B4EB-8EE89344A5D3}"/>
              </a:ext>
            </a:extLst>
          </p:cNvPr>
          <p:cNvSpPr/>
          <p:nvPr/>
        </p:nvSpPr>
        <p:spPr>
          <a:xfrm>
            <a:off x="0" y="-109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6146" name="Picture 2" descr="ê´ë ¨ ì´ë¯¸ì§">
            <a:extLst>
              <a:ext uri="{FF2B5EF4-FFF2-40B4-BE49-F238E27FC236}">
                <a16:creationId xmlns:a16="http://schemas.microsoft.com/office/drawing/2014/main" id="{E4C412D2-9883-4820-BDB8-D14D7B9B6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143000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920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106654-747A-4DAF-B0D5-58644F3C1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6630" y="2578211"/>
            <a:ext cx="11032435" cy="1485900"/>
          </a:xfrm>
        </p:spPr>
        <p:txBody>
          <a:bodyPr>
            <a:noAutofit/>
          </a:bodyPr>
          <a:lstStyle/>
          <a:p>
            <a:r>
              <a:rPr lang="en-US" altLang="ko-KR" sz="1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Thank you</a:t>
            </a:r>
            <a:endParaRPr lang="ko-KR" altLang="en-US" sz="13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2884027"/>
      </p:ext>
    </p:extLst>
  </p:cSld>
  <p:clrMapOvr>
    <a:masterClrMapping/>
  </p:clrMapOvr>
</p:sld>
</file>

<file path=ppt/theme/theme1.xml><?xml version="1.0" encoding="utf-8"?>
<a:theme xmlns:a="http://schemas.openxmlformats.org/drawingml/2006/main" name="자르기">
  <a:themeElements>
    <a:clrScheme name="자르기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자르기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자르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TM10001105[[fn=자르기]]</Template>
  <TotalTime>634</TotalTime>
  <Words>46</Words>
  <Application>Microsoft Office PowerPoint</Application>
  <PresentationFormat>와이드스크린</PresentationFormat>
  <Paragraphs>10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HY견고딕</vt:lpstr>
      <vt:lpstr>휴먼둥근헤드라인</vt:lpstr>
      <vt:lpstr>Arial</vt:lpstr>
      <vt:lpstr>Franklin Gothic Book</vt:lpstr>
      <vt:lpstr>자르기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Gates Bill</dc:creator>
  <cp:lastModifiedBy>Gates Bill</cp:lastModifiedBy>
  <cp:revision>8</cp:revision>
  <dcterms:created xsi:type="dcterms:W3CDTF">2019-05-02T04:18:49Z</dcterms:created>
  <dcterms:modified xsi:type="dcterms:W3CDTF">2019-05-02T14:53:37Z</dcterms:modified>
</cp:coreProperties>
</file>