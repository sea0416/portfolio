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8" autoAdjust="0"/>
    <p:restoredTop sz="94660"/>
  </p:normalViewPr>
  <p:slideViewPr>
    <p:cSldViewPr snapToGrid="0">
      <p:cViewPr varScale="1">
        <p:scale>
          <a:sx n="80" d="100"/>
          <a:sy n="80" d="100"/>
        </p:scale>
        <p:origin x="6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8D0A-5679-41BC-9BD0-8603F5227BFC}" type="datetimeFigureOut">
              <a:rPr lang="ko-KR" altLang="en-US" smtClean="0"/>
              <a:t>2018-07-15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6186-FA52-4C24-8A9A-BC4D8051763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130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8D0A-5679-41BC-9BD0-8603F5227BFC}" type="datetimeFigureOut">
              <a:rPr lang="ko-KR" altLang="en-US" smtClean="0"/>
              <a:t>2018-07-15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6186-FA52-4C24-8A9A-BC4D80517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18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8D0A-5679-41BC-9BD0-8603F5227BFC}" type="datetimeFigureOut">
              <a:rPr lang="ko-KR" altLang="en-US" smtClean="0"/>
              <a:t>2018-07-15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6186-FA52-4C24-8A9A-BC4D80517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117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8D0A-5679-41BC-9BD0-8603F5227BFC}" type="datetimeFigureOut">
              <a:rPr lang="ko-KR" altLang="en-US" smtClean="0"/>
              <a:t>2018-07-15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6186-FA52-4C24-8A9A-BC4D80517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97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8D0A-5679-41BC-9BD0-8603F5227BFC}" type="datetimeFigureOut">
              <a:rPr lang="ko-KR" altLang="en-US" smtClean="0"/>
              <a:t>2018-07-15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6186-FA52-4C24-8A9A-BC4D80517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108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8D0A-5679-41BC-9BD0-8603F5227BFC}" type="datetimeFigureOut">
              <a:rPr lang="ko-KR" altLang="en-US" smtClean="0"/>
              <a:t>2018-07-15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6186-FA52-4C24-8A9A-BC4D80517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549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8D0A-5679-41BC-9BD0-8603F5227BFC}" type="datetimeFigureOut">
              <a:rPr lang="ko-KR" altLang="en-US" smtClean="0"/>
              <a:t>2018-07-15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6186-FA52-4C24-8A9A-BC4D80517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09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8D0A-5679-41BC-9BD0-8603F5227BFC}" type="datetimeFigureOut">
              <a:rPr lang="ko-KR" altLang="en-US" smtClean="0"/>
              <a:t>2018-07-15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6186-FA52-4C24-8A9A-BC4D80517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158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8D0A-5679-41BC-9BD0-8603F5227BFC}" type="datetimeFigureOut">
              <a:rPr lang="ko-KR" altLang="en-US" smtClean="0"/>
              <a:t>2018-07-15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6186-FA52-4C24-8A9A-BC4D80517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00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8D0A-5679-41BC-9BD0-8603F5227BFC}" type="datetimeFigureOut">
              <a:rPr lang="ko-KR" altLang="en-US" smtClean="0"/>
              <a:t>2018-07-15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6186-FA52-4C24-8A9A-BC4D80517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71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8D0A-5679-41BC-9BD0-8603F5227BFC}" type="datetimeFigureOut">
              <a:rPr lang="ko-KR" altLang="en-US" smtClean="0"/>
              <a:t>2018-07-15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6186-FA52-4C24-8A9A-BC4D80517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548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8D0A-5679-41BC-9BD0-8603F5227BFC}" type="datetimeFigureOut">
              <a:rPr lang="ko-KR" altLang="en-US" smtClean="0"/>
              <a:t>2018-07-15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6186-FA52-4C24-8A9A-BC4D8051763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9830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8D0A-5679-41BC-9BD0-8603F5227BFC}" type="datetimeFigureOut">
              <a:rPr lang="ko-KR" altLang="en-US" smtClean="0"/>
              <a:t>2018-07-15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6186-FA52-4C24-8A9A-BC4D80517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764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8D0A-5679-41BC-9BD0-8603F5227BFC}" type="datetimeFigureOut">
              <a:rPr lang="ko-KR" altLang="en-US" smtClean="0"/>
              <a:t>2018-07-15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6186-FA52-4C24-8A9A-BC4D8051763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8441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8D0A-5679-41BC-9BD0-8603F5227BFC}" type="datetimeFigureOut">
              <a:rPr lang="ko-KR" altLang="en-US" smtClean="0"/>
              <a:t>2018-07-15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6186-FA52-4C24-8A9A-BC4D80517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29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8D0A-5679-41BC-9BD0-8603F5227BFC}" type="datetimeFigureOut">
              <a:rPr lang="ko-KR" altLang="en-US" smtClean="0"/>
              <a:t>2018-07-15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6186-FA52-4C24-8A9A-BC4D80517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7876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8D0A-5679-41BC-9BD0-8603F5227BFC}" type="datetimeFigureOut">
              <a:rPr lang="ko-KR" altLang="en-US" smtClean="0"/>
              <a:t>2018-07-15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6186-FA52-4C24-8A9A-BC4D80517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125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E9C8D0A-5679-41BC-9BD0-8603F5227BFC}" type="datetimeFigureOut">
              <a:rPr lang="ko-KR" altLang="en-US" smtClean="0"/>
              <a:t>2018-07-15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3886186-FA52-4C24-8A9A-BC4D80517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2475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haystraws.com/products/hay-straws-100-pack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01F56-6A44-4803-8A9C-60C877B8A5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E27DEC-A548-48F5-8117-BB7AC0B153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748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090AAA-C7C3-48AC-8008-030F2A704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B706E1-CA33-4D0D-94CC-53B286D51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9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E09A81-C363-4FA4-9333-907AF429F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6D9E25-5385-4BAC-B244-7F910FD0A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727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raw turtleì ëí ì´ë¯¸ì§ ê²ìê²°ê³¼">
            <a:extLst>
              <a:ext uri="{FF2B5EF4-FFF2-40B4-BE49-F238E27FC236}">
                <a16:creationId xmlns:a16="http://schemas.microsoft.com/office/drawing/2014/main" id="{9684EB0A-E504-4EDF-A1D5-D602EDA64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374" y="2073964"/>
            <a:ext cx="4839412" cy="271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6666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eresa May strawì ëí ì´ë¯¸ì§ ê²ìê²°ê³¼">
            <a:extLst>
              <a:ext uri="{FF2B5EF4-FFF2-40B4-BE49-F238E27FC236}">
                <a16:creationId xmlns:a16="http://schemas.microsoft.com/office/drawing/2014/main" id="{C729B0BD-EBAD-4620-A8E9-1E901F45F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243" y="1526469"/>
            <a:ext cx="3663516" cy="2437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A77057E-71A5-4B61-9122-F2080E18A89C}"/>
              </a:ext>
            </a:extLst>
          </p:cNvPr>
          <p:cNvSpPr/>
          <p:nvPr/>
        </p:nvSpPr>
        <p:spPr>
          <a:xfrm>
            <a:off x="3882896" y="4414392"/>
            <a:ext cx="44262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0"/>
                <a:solidFill>
                  <a:schemeClr val="bg1"/>
                </a:solidFill>
              </a:rPr>
              <a:t>Theresa</a:t>
            </a:r>
            <a:r>
              <a:rPr lang="ko-KR" altLang="en-US" sz="5400" b="1" dirty="0">
                <a:ln w="0"/>
                <a:solidFill>
                  <a:schemeClr val="bg1"/>
                </a:solidFill>
              </a:rPr>
              <a:t> </a:t>
            </a:r>
            <a:r>
              <a:rPr lang="en-US" altLang="ko-KR" sz="5400" b="1" dirty="0">
                <a:ln w="0"/>
                <a:solidFill>
                  <a:schemeClr val="bg1"/>
                </a:solidFill>
              </a:rPr>
              <a:t>May</a:t>
            </a:r>
            <a:endParaRPr lang="en-US" altLang="ko-KR" sz="5400" b="1" cap="none" spc="0" dirty="0">
              <a:ln w="0"/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63567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ê´ë ¨ ì´ë¯¸ì§">
            <a:hlinkClick r:id="rId2"/>
            <a:extLst>
              <a:ext uri="{FF2B5EF4-FFF2-40B4-BE49-F238E27FC236}">
                <a16:creationId xmlns:a16="http://schemas.microsoft.com/office/drawing/2014/main" id="{0885C4CB-3D97-45E2-BB0D-CFAC6CC6C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338" y="639192"/>
            <a:ext cx="4224443" cy="5211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C49811-2E70-4432-948D-D0D15F2D8927}"/>
              </a:ext>
            </a:extLst>
          </p:cNvPr>
          <p:cNvSpPr txBox="1"/>
          <p:nvPr/>
        </p:nvSpPr>
        <p:spPr>
          <a:xfrm>
            <a:off x="1091957" y="2290443"/>
            <a:ext cx="1035136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0" b="1" dirty="0">
                <a:solidFill>
                  <a:schemeClr val="bg1"/>
                </a:solidFill>
              </a:rPr>
              <a:t>Biodegradation</a:t>
            </a:r>
            <a:endParaRPr lang="ko-KR" altLang="en-US" sz="10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73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E6E6B5-239F-4CDF-AE4A-7E3A28926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F4E5DC-2DA0-4078-8BFA-7C659A478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8750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8EAFB9-CEB5-48BD-9375-8511F12F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F929B9-30C7-4125-9300-5D85B6423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408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3A2DAD-55F3-418C-AE69-5EFAD5C84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FE4D30-7287-41AB-8217-7516BEF76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863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59287-73A6-498C-A6DC-AD7F317B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6AE45F-9217-44A4-93E6-056366F49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851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50046-F4AB-4BD3-8DBF-553F7DA3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ADE084-8546-498B-A042-C59586A7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012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2270A4-55A1-4682-8C51-504A006AB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39FF1E-A6DC-4AEC-9326-079A32FEC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262560"/>
      </p:ext>
    </p:extLst>
  </p:cSld>
  <p:clrMapOvr>
    <a:masterClrMapping/>
  </p:clrMapOvr>
</p:sld>
</file>

<file path=ppt/theme/theme1.xml><?xml version="1.0" encoding="utf-8"?>
<a:theme xmlns:a="http://schemas.openxmlformats.org/drawingml/2006/main" name="슬라이스">
  <a:themeElements>
    <a:clrScheme name="슬라이스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슬라이스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슬라이스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48</TotalTime>
  <Words>3</Words>
  <Application>Microsoft Office PowerPoint</Application>
  <PresentationFormat>와이드스크린</PresentationFormat>
  <Paragraphs>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HY중고딕</vt:lpstr>
      <vt:lpstr>Arial</vt:lpstr>
      <vt:lpstr>Century Gothic</vt:lpstr>
      <vt:lpstr>Wingdings 3</vt:lpstr>
      <vt:lpstr>슬라이스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Bill 게이</dc:creator>
  <cp:lastModifiedBy>Bill 게이</cp:lastModifiedBy>
  <cp:revision>4</cp:revision>
  <dcterms:created xsi:type="dcterms:W3CDTF">2018-07-14T19:22:21Z</dcterms:created>
  <dcterms:modified xsi:type="dcterms:W3CDTF">2018-07-14T20:10:34Z</dcterms:modified>
</cp:coreProperties>
</file>