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4D89E-C7EF-4B5D-AF0E-414A13F96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EE85BE-0BDE-4F7D-883D-EA6AC0B08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AE30D1-DE7F-44A9-9E15-A482BCF0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AC21D-8084-4759-ABAF-BBB8CF8D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8E070-38DE-44DC-A6F3-682B1209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2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C1871-1592-4B23-9A47-54A975F6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F7CEA-0D6F-4107-A287-3881777A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0CD25-BDBD-40ED-9CBF-92FC85C4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F3280B-EF9B-402D-80BD-C08093B6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B712B-005C-43DB-A1A4-82AE0790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12232-91A0-4197-8FE9-75CDE364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96F51-24E9-4817-974C-486E37A7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9C1913-AC3F-4775-869F-F68D7A75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018B6-25E5-47C2-8D8F-3F806E0B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D2259-14AD-484F-A98D-76F78411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81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A570B-C129-4602-A754-67D7E99E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6E856-6F25-49F1-B112-E1C12C5FF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C7B9B-32FF-4950-B3A8-FDE75A59E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32509D-14DA-4A34-9276-EECF8810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C7D059-1D71-4DC6-ADD9-E3378614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9919D-6303-4379-B460-55BE68A6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7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83984-2238-44C1-A117-CC369D6B3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4D6B48-A601-41F5-95EE-2EB641C44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6C467-B3DA-4190-BC3D-5820C5C97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85C333-0320-43A8-9872-B2C9CB987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DE0EC1-FB9A-40AC-99CF-12B5D5214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B6E271-EA27-4734-A1DE-FD2BF582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414DC3-B02F-456B-ADE0-AEFB3252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280A33-5749-4182-83C4-A86E9F57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B47B4-5516-4C1A-A7B6-B1367BF7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C987B7-60AC-410B-B791-80A50B14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77E043-7C1E-46B6-8BB4-A38F621D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8F1135-A0EE-4B54-83DA-20C353E5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2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18D440-FEE4-480A-9400-4ABBDD32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2739A-9D71-4D0A-ACBC-B6E53350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50E810-A858-44E1-A70A-E3813F8C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FB3A1-D23A-44B2-8466-520A9A9D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3FA68-C5DF-4EF5-A78E-D49D308A5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6D9FE1-5512-4134-A1BF-7F916E4F2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503BB-16E7-45C5-9C66-FD000436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6F9DE-B437-49F7-AB1D-3C364D1B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8F9FDD-B332-4062-9EA7-9A2B633E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37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53ECA-47CF-4B13-8A64-A229C6C0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442A33-1B9D-4F4D-83FE-A3721529C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DA128D-9B93-4657-836A-D0A5251C5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7AF71-DF85-4FD8-91C9-F7CF5BD9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6AEAA5-AA89-44ED-8A89-2B70C3F9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E0AB39-140F-4227-8764-67B7CCDB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52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B26CE-7D7D-4611-ABF0-A19D7041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ABAD4-C5A6-4241-B5DA-581D304AB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805AD5-635B-4B23-83FE-3BD7CF23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C417B-EE5C-4755-8404-DEDD334B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4A68AF-2970-4777-8453-3F0F70B0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8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9B195A-E823-45DB-A084-5653C7D7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8AB143-0B2D-4120-AD61-07BA06424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AE818-CB58-4F9C-B950-FD1B885FB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33076-67EF-49A1-8DD2-4AD60AFC8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26DB7-252B-4EB3-AAE8-E844942C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26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866D9E-9414-469E-BE18-A4466331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4A7882-7028-4AA7-9623-9C7117D91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BC600-8F2A-4E57-8A73-3078E164C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3B9D-0417-4C87-A194-28454D45352D}" type="datetimeFigureOut">
              <a:rPr lang="ko-KR" altLang="en-US" smtClean="0"/>
              <a:t>2020-04-25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12E7F-6C72-4515-BED8-364F74883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C6960C-A79F-48E6-9E07-6C4D96ABC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0E63E-C922-442C-9119-1B8C7CAB1C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01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8C1BC5-83FA-4A99-A382-119BB70F2B73}"/>
              </a:ext>
            </a:extLst>
          </p:cNvPr>
          <p:cNvSpPr/>
          <p:nvPr/>
        </p:nvSpPr>
        <p:spPr>
          <a:xfrm>
            <a:off x="358683" y="692215"/>
            <a:ext cx="1174497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latinLnBrk="0"/>
            <a:r>
              <a:rPr lang="en-US" altLang="ko-KR" sz="6000" b="1" dirty="0"/>
              <a:t>Recommend</a:t>
            </a:r>
            <a:r>
              <a:rPr lang="ko-KR" altLang="en-US" sz="6000" b="1" dirty="0"/>
              <a:t> </a:t>
            </a:r>
            <a:r>
              <a:rPr lang="en-US" altLang="ko-KR" sz="6000" b="1" dirty="0"/>
              <a:t>my</a:t>
            </a:r>
            <a:r>
              <a:rPr lang="ko-KR" altLang="en-US" sz="6000" b="1" dirty="0"/>
              <a:t> </a:t>
            </a:r>
            <a:r>
              <a:rPr lang="en-US" altLang="ko-KR" sz="6000" b="1" dirty="0"/>
              <a:t>soccer boots.</a:t>
            </a:r>
            <a:endParaRPr lang="ko-KR" altLang="ko-KR" sz="6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7886D-02A9-4350-B28F-FB89AB772360}"/>
              </a:ext>
            </a:extLst>
          </p:cNvPr>
          <p:cNvSpPr txBox="1"/>
          <p:nvPr/>
        </p:nvSpPr>
        <p:spPr>
          <a:xfrm>
            <a:off x="9978888" y="6257678"/>
            <a:ext cx="249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Haegang</a:t>
            </a:r>
            <a:r>
              <a:rPr lang="en-US" altLang="ko-KR" b="1" dirty="0"/>
              <a:t> Yang</a:t>
            </a:r>
            <a:endParaRPr lang="ko-KR" altLang="en-US" b="1" dirty="0"/>
          </a:p>
        </p:txBody>
      </p:sp>
      <p:pic>
        <p:nvPicPr>
          <p:cNvPr id="1026" name="Picture 2" descr="Puma Future 5.1 Netfit FG/AG - Luminous Blue/Energy Blue/Puma ...">
            <a:extLst>
              <a:ext uri="{FF2B5EF4-FFF2-40B4-BE49-F238E27FC236}">
                <a16:creationId xmlns:a16="http://schemas.microsoft.com/office/drawing/2014/main" id="{EDB7BDF5-173C-4CF9-9799-2E72A3A4B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864" y="2121310"/>
            <a:ext cx="3460954" cy="346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53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3DDBB91-45E7-48F5-8391-2E3E8FA4D1E7}"/>
              </a:ext>
            </a:extLst>
          </p:cNvPr>
          <p:cNvSpPr/>
          <p:nvPr/>
        </p:nvSpPr>
        <p:spPr>
          <a:xfrm>
            <a:off x="447023" y="348086"/>
            <a:ext cx="1174497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latinLnBrk="0"/>
            <a:r>
              <a:rPr lang="en-US" altLang="ko-KR" sz="4000" b="1" dirty="0"/>
              <a:t>Messi uses adidas and Ronaldo uses </a:t>
            </a:r>
            <a:r>
              <a:rPr lang="en-US" altLang="ko-KR" sz="4000" b="1" dirty="0" err="1"/>
              <a:t>nike</a:t>
            </a:r>
            <a:endParaRPr lang="ko-KR" altLang="ko-KR" sz="4000" b="1" dirty="0"/>
          </a:p>
        </p:txBody>
      </p:sp>
      <p:pic>
        <p:nvPicPr>
          <p:cNvPr id="2052" name="Picture 4" descr="Top 10 superstars who played with both Ronaldo and Messi">
            <a:extLst>
              <a:ext uri="{FF2B5EF4-FFF2-40B4-BE49-F238E27FC236}">
                <a16:creationId xmlns:a16="http://schemas.microsoft.com/office/drawing/2014/main" id="{DF0CD9D8-A21E-42C6-B947-B1CEA8C8D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696" y="1430594"/>
            <a:ext cx="6478608" cy="460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51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12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2912515-19B8-4F64-8645-F530179E4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665953"/>
            <a:ext cx="47625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DB6DB58-196B-491B-85B8-B012D1250DBC}"/>
              </a:ext>
            </a:extLst>
          </p:cNvPr>
          <p:cNvSpPr/>
          <p:nvPr/>
        </p:nvSpPr>
        <p:spPr>
          <a:xfrm>
            <a:off x="230718" y="348086"/>
            <a:ext cx="11744977" cy="6617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latinLnBrk="0"/>
            <a:r>
              <a:rPr lang="en-US" altLang="ko-KR" sz="3700" b="1" dirty="0"/>
              <a:t>Shoe design </a:t>
            </a:r>
            <a:r>
              <a:rPr lang="en-US" altLang="ko-KR" sz="3700" b="1" dirty="0" err="1"/>
              <a:t>ressures</a:t>
            </a:r>
            <a:r>
              <a:rPr lang="en-US" altLang="ko-KR" sz="3700" b="1" dirty="0"/>
              <a:t> the different plantar pressure</a:t>
            </a:r>
            <a:endParaRPr lang="ko-KR" altLang="ko-KR" sz="3700" b="1" dirty="0"/>
          </a:p>
        </p:txBody>
      </p:sp>
    </p:spTree>
    <p:extLst>
      <p:ext uri="{BB962C8B-B14F-4D97-AF65-F5344CB8AC3E}">
        <p14:creationId xmlns:p14="http://schemas.microsoft.com/office/powerpoint/2010/main" val="389249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79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member the expression: “A bad worker always blames his tools ...">
            <a:extLst>
              <a:ext uri="{FF2B5EF4-FFF2-40B4-BE49-F238E27FC236}">
                <a16:creationId xmlns:a16="http://schemas.microsoft.com/office/drawing/2014/main" id="{796498EC-3BDC-4A1C-84E1-94542489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164" y="1892708"/>
            <a:ext cx="5767672" cy="322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6E68B87-4A45-4321-8AF5-94F198478CE2}"/>
              </a:ext>
            </a:extLst>
          </p:cNvPr>
          <p:cNvSpPr/>
          <p:nvPr/>
        </p:nvSpPr>
        <p:spPr>
          <a:xfrm>
            <a:off x="230718" y="348086"/>
            <a:ext cx="11744977" cy="6617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latinLnBrk="0"/>
            <a:r>
              <a:rPr lang="en-US" altLang="ko-KR" sz="3700" b="1" dirty="0"/>
              <a:t>Bad workers always blame their tools</a:t>
            </a:r>
            <a:endParaRPr lang="ko-KR" altLang="ko-KR" sz="3700" b="1" dirty="0"/>
          </a:p>
        </p:txBody>
      </p:sp>
    </p:spTree>
    <p:extLst>
      <p:ext uri="{BB962C8B-B14F-4D97-AF65-F5344CB8AC3E}">
        <p14:creationId xmlns:p14="http://schemas.microsoft.com/office/powerpoint/2010/main" val="1707981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0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푸마, 쾌적함 유지하는 신개념 트레이닝 웨어 라인 선봬 : 다나와 DPG ...">
            <a:extLst>
              <a:ext uri="{FF2B5EF4-FFF2-40B4-BE49-F238E27FC236}">
                <a16:creationId xmlns:a16="http://schemas.microsoft.com/office/drawing/2014/main" id="{FD3F5461-BB74-404A-A021-17121FD84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709" y="1558414"/>
            <a:ext cx="5608584" cy="374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EC3742B-1D34-46EE-B27E-653ED10F07FB}"/>
              </a:ext>
            </a:extLst>
          </p:cNvPr>
          <p:cNvSpPr/>
          <p:nvPr/>
        </p:nvSpPr>
        <p:spPr>
          <a:xfrm>
            <a:off x="230718" y="348086"/>
            <a:ext cx="11744977" cy="12311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latinLnBrk="0"/>
            <a:r>
              <a:rPr lang="en-US" altLang="ko-KR" sz="3700" b="1" dirty="0"/>
              <a:t>Many Asian soccer players use the wide feet due to the injury</a:t>
            </a:r>
            <a:endParaRPr lang="ko-KR" altLang="ko-KR" sz="3700" b="1" dirty="0"/>
          </a:p>
        </p:txBody>
      </p:sp>
    </p:spTree>
    <p:extLst>
      <p:ext uri="{BB962C8B-B14F-4D97-AF65-F5344CB8AC3E}">
        <p14:creationId xmlns:p14="http://schemas.microsoft.com/office/powerpoint/2010/main" val="211000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00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</Words>
  <Application>Microsoft Office PowerPoint</Application>
  <PresentationFormat>와이드스크린</PresentationFormat>
  <Paragraphs>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Gates Bill</dc:creator>
  <cp:lastModifiedBy>Gates Bill</cp:lastModifiedBy>
  <cp:revision>2</cp:revision>
  <dcterms:created xsi:type="dcterms:W3CDTF">2020-04-26T02:40:44Z</dcterms:created>
  <dcterms:modified xsi:type="dcterms:W3CDTF">2020-04-26T02:56:57Z</dcterms:modified>
</cp:coreProperties>
</file>