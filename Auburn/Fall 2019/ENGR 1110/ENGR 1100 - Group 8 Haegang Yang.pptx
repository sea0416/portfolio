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17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8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81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59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04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47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49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9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5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3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3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6D0BB-2754-467D-83FD-A2DCE4446071}" type="datetimeFigureOut">
              <a:rPr lang="ko-KR" altLang="en-US" smtClean="0"/>
              <a:t>2019-11-25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50A59-56A2-42FB-9A29-CAB9C7E60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75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mienhowellpt.com/efficient-physical-therapy-one-therapists-opinion/#.XduGquhKhPY" TargetMode="External"/><Relationship Id="rId2" Type="http://schemas.openxmlformats.org/officeDocument/2006/relationships/hyperlink" Target="https://blog.mirus.com/menu-engineering-3-tips-to-maximize-profit-marg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AC1592-AED4-476D-93A0-B6D685475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625" y="1133061"/>
            <a:ext cx="6986750" cy="459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few tips for you to maximize profitability at your restaurant company.">
            <a:extLst>
              <a:ext uri="{FF2B5EF4-FFF2-40B4-BE49-F238E27FC236}">
                <a16:creationId xmlns:a16="http://schemas.microsoft.com/office/drawing/2014/main" id="{A942B013-585F-4FAB-853E-75AAC3698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961" y="1408471"/>
            <a:ext cx="5388078" cy="404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5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막힌 원호 5">
            <a:extLst>
              <a:ext uri="{FF2B5EF4-FFF2-40B4-BE49-F238E27FC236}">
                <a16:creationId xmlns:a16="http://schemas.microsoft.com/office/drawing/2014/main" id="{B63768FA-2C3E-4417-8BD5-AAFDA582BF4F}"/>
              </a:ext>
            </a:extLst>
          </p:cNvPr>
          <p:cNvSpPr/>
          <p:nvPr/>
        </p:nvSpPr>
        <p:spPr>
          <a:xfrm>
            <a:off x="3352590" y="1177147"/>
            <a:ext cx="5221497" cy="5221497"/>
          </a:xfrm>
          <a:prstGeom prst="blockArc">
            <a:avLst>
              <a:gd name="adj1" fmla="val 9000000"/>
              <a:gd name="adj2" fmla="val 162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막힌 원호 6">
            <a:extLst>
              <a:ext uri="{FF2B5EF4-FFF2-40B4-BE49-F238E27FC236}">
                <a16:creationId xmlns:a16="http://schemas.microsoft.com/office/drawing/2014/main" id="{E2EE6E74-F7D8-4620-9530-9013F497974E}"/>
              </a:ext>
            </a:extLst>
          </p:cNvPr>
          <p:cNvSpPr/>
          <p:nvPr/>
        </p:nvSpPr>
        <p:spPr>
          <a:xfrm>
            <a:off x="3352590" y="1177147"/>
            <a:ext cx="5221497" cy="5221497"/>
          </a:xfrm>
          <a:prstGeom prst="blockArc">
            <a:avLst>
              <a:gd name="adj1" fmla="val 1800000"/>
              <a:gd name="adj2" fmla="val 90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8" name="막힌 원호 7">
            <a:extLst>
              <a:ext uri="{FF2B5EF4-FFF2-40B4-BE49-F238E27FC236}">
                <a16:creationId xmlns:a16="http://schemas.microsoft.com/office/drawing/2014/main" id="{3BA83EE5-D13C-451E-B379-A1EE1A77FDA6}"/>
              </a:ext>
            </a:extLst>
          </p:cNvPr>
          <p:cNvSpPr/>
          <p:nvPr/>
        </p:nvSpPr>
        <p:spPr>
          <a:xfrm>
            <a:off x="3352590" y="1177147"/>
            <a:ext cx="5221497" cy="5221497"/>
          </a:xfrm>
          <a:prstGeom prst="blockArc">
            <a:avLst>
              <a:gd name="adj1" fmla="val 16200000"/>
              <a:gd name="adj2" fmla="val 1800000"/>
              <a:gd name="adj3" fmla="val 4637"/>
            </a:avLst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66E61B1-DE2A-4AA4-842E-EBB7C096E561}"/>
              </a:ext>
            </a:extLst>
          </p:cNvPr>
          <p:cNvSpPr/>
          <p:nvPr/>
        </p:nvSpPr>
        <p:spPr>
          <a:xfrm>
            <a:off x="4762391" y="2586948"/>
            <a:ext cx="2401896" cy="2401896"/>
          </a:xfrm>
          <a:custGeom>
            <a:avLst/>
            <a:gdLst>
              <a:gd name="connsiteX0" fmla="*/ 0 w 2051843"/>
              <a:gd name="connsiteY0" fmla="*/ 1025922 h 2051843"/>
              <a:gd name="connsiteX1" fmla="*/ 1025922 w 2051843"/>
              <a:gd name="connsiteY1" fmla="*/ 0 h 2051843"/>
              <a:gd name="connsiteX2" fmla="*/ 2051844 w 2051843"/>
              <a:gd name="connsiteY2" fmla="*/ 1025922 h 2051843"/>
              <a:gd name="connsiteX3" fmla="*/ 1025922 w 2051843"/>
              <a:gd name="connsiteY3" fmla="*/ 2051844 h 2051843"/>
              <a:gd name="connsiteX4" fmla="*/ 0 w 2051843"/>
              <a:gd name="connsiteY4" fmla="*/ 1025922 h 205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1843" h="2051843">
                <a:moveTo>
                  <a:pt x="0" y="1025922"/>
                </a:moveTo>
                <a:cubicBezTo>
                  <a:pt x="0" y="459321"/>
                  <a:pt x="459321" y="0"/>
                  <a:pt x="1025922" y="0"/>
                </a:cubicBezTo>
                <a:cubicBezTo>
                  <a:pt x="1592523" y="0"/>
                  <a:pt x="2051844" y="459321"/>
                  <a:pt x="2051844" y="1025922"/>
                </a:cubicBezTo>
                <a:cubicBezTo>
                  <a:pt x="2051844" y="1592523"/>
                  <a:pt x="1592523" y="2051844"/>
                  <a:pt x="1025922" y="2051844"/>
                </a:cubicBezTo>
                <a:cubicBezTo>
                  <a:pt x="459321" y="2051844"/>
                  <a:pt x="0" y="1592523"/>
                  <a:pt x="0" y="1025922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6045" tIns="336045" rIns="336045" bIns="336045" numCol="1" spcCol="1270" anchor="ctr" anchorCtr="0">
            <a:noAutofit/>
          </a:bodyPr>
          <a:lstStyle/>
          <a:p>
            <a:pPr marL="0" lvl="0" indent="0" algn="ctr" defTabSz="12446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2400" b="1" kern="1200" dirty="0">
                <a:latin typeface="Arial Black" panose="020B0A04020102020204" pitchFamily="34" charset="0"/>
              </a:rPr>
              <a:t>Efficiency</a:t>
            </a:r>
            <a:endParaRPr lang="ko-KR" altLang="en-US" sz="2400" b="1" kern="1200" dirty="0">
              <a:latin typeface="Arial Black" panose="020B0A04020102020204" pitchFamily="34" charset="0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0F7B5666-1C24-4508-87F6-F226CDE9DA92}"/>
              </a:ext>
            </a:extLst>
          </p:cNvPr>
          <p:cNvSpPr/>
          <p:nvPr/>
        </p:nvSpPr>
        <p:spPr>
          <a:xfrm>
            <a:off x="4831727" y="150295"/>
            <a:ext cx="2250164" cy="2250164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470" tIns="234470" rIns="234470" bIns="234470" numCol="1" spcCol="1270" anchor="ctr" anchorCtr="0">
            <a:noAutofit/>
          </a:bodyPr>
          <a:lstStyle/>
          <a:p>
            <a:pPr marL="0" lvl="0" indent="0" algn="ctr" defTabSz="8445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2500" b="1" kern="1200" dirty="0">
                <a:latin typeface="Arial Black" panose="020B0A04020102020204" pitchFamily="34" charset="0"/>
              </a:rPr>
              <a:t>Design</a:t>
            </a:r>
            <a:endParaRPr lang="ko-KR" altLang="en-US" sz="2500" b="1" kern="1200" dirty="0">
              <a:latin typeface="Arial Black" panose="020B0A04020102020204" pitchFamily="34" charset="0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6A1D6C5F-156A-47D0-8328-FF1A0C72376C}"/>
              </a:ext>
            </a:extLst>
          </p:cNvPr>
          <p:cNvSpPr/>
          <p:nvPr/>
        </p:nvSpPr>
        <p:spPr>
          <a:xfrm>
            <a:off x="7040283" y="3975626"/>
            <a:ext cx="2250164" cy="2250164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470" tIns="234470" rIns="234470" bIns="234470" numCol="1" spcCol="1270" anchor="ctr" anchorCtr="0">
            <a:noAutofit/>
          </a:bodyPr>
          <a:lstStyle/>
          <a:p>
            <a:pPr marL="0" lvl="0" indent="0" algn="ctr" defTabSz="8445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1700" b="1" kern="1200" dirty="0">
                <a:latin typeface="Arial Black" panose="020B0A04020102020204" pitchFamily="34" charset="0"/>
              </a:rPr>
              <a:t>Economic Analysis</a:t>
            </a:r>
            <a:endParaRPr lang="ko-KR" altLang="en-US" sz="1700" b="1" kern="1200" dirty="0">
              <a:latin typeface="Arial Black" panose="020B0A04020102020204" pitchFamily="34" charset="0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46FD848A-E745-4173-A260-6A95963B0DEA}"/>
              </a:ext>
            </a:extLst>
          </p:cNvPr>
          <p:cNvSpPr/>
          <p:nvPr/>
        </p:nvSpPr>
        <p:spPr>
          <a:xfrm>
            <a:off x="2623170" y="3975626"/>
            <a:ext cx="2250164" cy="2250164"/>
          </a:xfrm>
          <a:custGeom>
            <a:avLst/>
            <a:gdLst>
              <a:gd name="connsiteX0" fmla="*/ 0 w 1436290"/>
              <a:gd name="connsiteY0" fmla="*/ 718145 h 1436290"/>
              <a:gd name="connsiteX1" fmla="*/ 718145 w 1436290"/>
              <a:gd name="connsiteY1" fmla="*/ 0 h 1436290"/>
              <a:gd name="connsiteX2" fmla="*/ 1436290 w 1436290"/>
              <a:gd name="connsiteY2" fmla="*/ 718145 h 1436290"/>
              <a:gd name="connsiteX3" fmla="*/ 718145 w 1436290"/>
              <a:gd name="connsiteY3" fmla="*/ 1436290 h 1436290"/>
              <a:gd name="connsiteX4" fmla="*/ 0 w 1436290"/>
              <a:gd name="connsiteY4" fmla="*/ 718145 h 14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6290" h="1436290">
                <a:moveTo>
                  <a:pt x="0" y="718145"/>
                </a:moveTo>
                <a:cubicBezTo>
                  <a:pt x="0" y="321524"/>
                  <a:pt x="321524" y="0"/>
                  <a:pt x="718145" y="0"/>
                </a:cubicBezTo>
                <a:cubicBezTo>
                  <a:pt x="1114766" y="0"/>
                  <a:pt x="1436290" y="321524"/>
                  <a:pt x="1436290" y="718145"/>
                </a:cubicBezTo>
                <a:cubicBezTo>
                  <a:pt x="1436290" y="1114766"/>
                  <a:pt x="1114766" y="1436290"/>
                  <a:pt x="718145" y="1436290"/>
                </a:cubicBezTo>
                <a:cubicBezTo>
                  <a:pt x="321524" y="1436290"/>
                  <a:pt x="0" y="1114766"/>
                  <a:pt x="0" y="718145"/>
                </a:cubicBez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4470" tIns="234470" rIns="234470" bIns="234470" numCol="1" spcCol="1270" anchor="ctr" anchorCtr="0">
            <a:noAutofit/>
          </a:bodyPr>
          <a:lstStyle/>
          <a:p>
            <a:pPr marL="0" lvl="0" indent="0" algn="ctr" defTabSz="8445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ko-KR" sz="2100" b="1" kern="1200" dirty="0">
                <a:latin typeface="Arial Black" panose="020B0A04020102020204" pitchFamily="34" charset="0"/>
              </a:rPr>
              <a:t>Process</a:t>
            </a:r>
            <a:endParaRPr lang="ko-KR" altLang="en-US" sz="2100" b="1" kern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61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FE7E5-8B1F-4B31-BD73-6247DF5E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Source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8492E-0173-40BB-8E14-4F3C6EB09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 Picture in Introduction</a:t>
            </a:r>
          </a:p>
          <a:p>
            <a:pPr marL="0" indent="0">
              <a:buNone/>
            </a:pPr>
            <a:r>
              <a:rPr lang="en-US" altLang="ko-KR" dirty="0">
                <a:hlinkClick r:id="rId2"/>
              </a:rPr>
              <a:t>https://blog.mirus.com/menu-engineering-3-tips-to-maximize-profit-margin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hlinkClick r:id="rId3"/>
              </a:rPr>
              <a:t>https://damienhowellpt.com/efficient-physical-therapy-one-therapists-opinion/#.XduGquhKhPY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The first slide is introduction and the next one is conclusion</a:t>
            </a:r>
            <a:r>
              <a:rPr lang="en-US" altLang="ko-KR"/>
              <a:t>.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01349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40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PowerPoint 프레젠테이션</vt:lpstr>
      <vt:lpstr>PowerPoint 프레젠테이션</vt:lpstr>
      <vt:lpstr>Source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Gates Bill</dc:creator>
  <cp:lastModifiedBy>Gates Bill</cp:lastModifiedBy>
  <cp:revision>6</cp:revision>
  <dcterms:created xsi:type="dcterms:W3CDTF">2019-11-25T07:15:33Z</dcterms:created>
  <dcterms:modified xsi:type="dcterms:W3CDTF">2019-11-25T09:55:57Z</dcterms:modified>
</cp:coreProperties>
</file>